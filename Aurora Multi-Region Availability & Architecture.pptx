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Urbanist Medium"/>
      <p:regular r:id="rId9"/>
      <p:bold r:id="rId10"/>
      <p:italic r:id="rId11"/>
      <p:boldItalic r:id="rId12"/>
    </p:embeddedFont>
    <p:embeddedFont>
      <p:font typeface="Urbanis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Medium-italic.fntdata"/><Relationship Id="rId10" Type="http://schemas.openxmlformats.org/officeDocument/2006/relationships/font" Target="fonts/UrbanistMedium-bold.fntdata"/><Relationship Id="rId13" Type="http://schemas.openxmlformats.org/officeDocument/2006/relationships/font" Target="fonts/Urbanist-regular.fntdata"/><Relationship Id="rId12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regular.fntdata"/><Relationship Id="rId15" Type="http://schemas.openxmlformats.org/officeDocument/2006/relationships/font" Target="fonts/Urbanist-italic.fntdata"/><Relationship Id="rId14" Type="http://schemas.openxmlformats.org/officeDocument/2006/relationships/font" Target="fonts/Urbanist-bold.fntdata"/><Relationship Id="rId16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85912"/>
            <a:ext cx="528637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19662"/>
            <a:ext cx="528637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585912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158591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Achieving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99.999% uptime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permits only 5.26 minutes of downtime per year. Manual regional failover is mathematically incompatible with this goal.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47725" y="5157787"/>
            <a:ext cx="47720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Architectural Verdict: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47725" y="5462587"/>
            <a:ext cx="4772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Urbanist"/>
                <a:ea typeface="Urbanist"/>
                <a:cs typeface="Urbanist"/>
                <a:sym typeface="Urbanist"/>
              </a:rPr>
              <a:t>A single manual Aurora failover consumes 285% of your annual budget. Active-Active is the only viable path to Five 9s.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595437"/>
            <a:ext cx="52673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6686550" y="46815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715125" y="46815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Manual recovery requires DNS propagation and volume mounting.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686550" y="503396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715125" y="5033962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Automated affinity routing bypasses regional cold-starts.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686550" y="52911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715125" y="52911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GoldenGate hubs maintain state during regional isolation.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THE MATH OF FIVE 9S AVAILABILITY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286375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57325"/>
            <a:ext cx="5286375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29225"/>
            <a:ext cx="42862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962025" y="18478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Active-Passive (Native)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23526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Primary-centric: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Only one region can accept writes. Disaster recovery is a "Cold Promotion" event.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724650" y="184785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D4B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Active-Active (GoldenGate)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724650" y="2352675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Affinity-based: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Multi-region writers partitioned by program_id. Disaster recovery is a "Routing Flip."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385600" y="5032768"/>
            <a:ext cx="6381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Strategic Choice: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385750" y="5332400"/>
            <a:ext cx="6381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moving to </a:t>
            </a:r>
            <a:r>
              <a:rPr b="1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Active-Active via GoldenGate</a:t>
            </a:r>
            <a:r>
              <a:rPr b="0" i="0" lang="en-US" sz="12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we decouple regional survival from storage replication. We gain the ability to perform rolling upgrades and instant failovers without cross-region dependency.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23950" y="3019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52525" y="301942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RTO: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10-15 Minutes (Manual heavy).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23950" y="32766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152525" y="3276600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Write Availability: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Binary. If Primary is down, writes stop globally.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123950" y="37909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152525" y="3790950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Scalability: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Limited to Read Replicas only.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123950" y="4048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152525" y="404812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Complexity: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High operational stress during outages.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886575" y="30194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915150" y="301942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RTO: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&lt; 30 Seconds (Fully Automated).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886575" y="32766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915150" y="3276600"/>
            <a:ext cx="4314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Write Availability: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Regional. Survivor region absorbs load instantly.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886575" y="37909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915150" y="3790950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Scalability: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Distributed write throughput across regions.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886575" y="4048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915150" y="4048125"/>
            <a:ext cx="43148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Complexity: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Zero-touch failover/failback cycle.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ARCHITECTURE COMPARISON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571500" y="3105150"/>
            <a:ext cx="8496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71500" y="3867150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3867150"/>
            <a:ext cx="84963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8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1666875" y="3255168"/>
            <a:ext cx="7400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https://cdn.kripeshadwani.com/wp-content/uploads/2025/04/uptime-calculator-infographic.png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666875" y="3488531"/>
            <a:ext cx="7400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kripeshadwani.com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95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1666875" y="4026693"/>
            <a:ext cx="74009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https://d8it4huxumps7.cloudfront.net/uploads/images/65646d0fdb931_cloud_computing_architecture_artboard_4.jpg?d=2000x2000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666875" y="4260056"/>
            <a:ext cx="7400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unstop.com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