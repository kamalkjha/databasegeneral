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Urbanis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Urbanist-boldItalic.fntdata"/><Relationship Id="rId10" Type="http://schemas.openxmlformats.org/officeDocument/2006/relationships/font" Target="fonts/Urbanist-italic.fntdata"/><Relationship Id="rId9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6636"/>
            <a:ext cx="53340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76636"/>
            <a:ext cx="53340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5529411"/>
            <a:ext cx="47434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5815161"/>
            <a:ext cx="47434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71500" y="1900386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Handling structural changes (DDL, Functions, Procedures) differs fundamentally based on the replication architecture.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66775" y="2671911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Aurora Global (Physical)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66775" y="3186261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Replicates at the storage volume level. Every change is an absolute mirror.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581775" y="2671911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GoldenGate (Logical)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581775" y="3186261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Decouples logical commands from physical storage. High flexibility.</a:t>
            </a:r>
            <a:endParaRPr/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70048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1019175" y="3948261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057275" y="3948261"/>
            <a:ext cx="4552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Propagation: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Instant and mandatory.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019175" y="4234011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057275" y="4234011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Objects: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Procedures/Functions replaced instantly in all regions.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19175" y="4805511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057275" y="4805511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Challenge: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If a DDL breaks the application, it breaks it globally. No isolation.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19175" y="6024711"/>
            <a:ext cx="2724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-- Storage blocks sync to Region 2 instantly</a:t>
            </a:r>
            <a:endParaRPr/>
          </a:p>
        </p:txBody>
      </p:sp>
      <p:pic>
        <p:nvPicPr>
          <p:cNvPr descr="image.png" id="102" name="Google Shape;10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270048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6734175" y="3948261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6772275" y="3948261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Propagation: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Controlled. Can exclude specific DDLs or objects.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6734175" y="4519761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772275" y="4519761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Objects: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Allows different versions of stored procedures in different regions during transitions.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734175" y="5091261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772275" y="5091261"/>
            <a:ext cx="455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Advantage: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Facilitates complex migrations and schema mapping.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734175" y="6310461"/>
            <a:ext cx="28479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-- GG Extracts -&gt; Maps -&gt; Applies on Region 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 -- Can map to a different column name or table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571500" y="919311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SCHEMA &amp; OBJECT EVOLUTIONS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6211"/>
            <a:ext cx="110490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24461"/>
            <a:ext cx="110490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262711"/>
            <a:ext cx="110490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500961"/>
            <a:ext cx="1104900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571500" y="1919436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Challenge: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Native Blue-Green requires provisioning a full 1:1 replica cluster, doubling infrastructure costs.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Solution: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Leverage our existing Multi-Region GoldenGate setup to treat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Region 2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as the "Green" environment.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00100" y="3081486"/>
            <a:ext cx="3238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314450" y="2976711"/>
            <a:ext cx="101155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Pause &amp; Upgrade (The "Green" Prep)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Pause GoldenGate Replicat in Region 2 for a specific program (e.g., P1). Apply new DDL, functions, and DB version upgrades directly to Region 2. Region 2 is now the "Green" schema.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00100" y="4319736"/>
            <a:ext cx="4095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400175" y="4214961"/>
            <a:ext cx="100298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Resume with Mapping (Catch up)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Resume Replicat on Region 2 using GG parameter `MAP schema1.*, TARGET schema2.*`. The Extract from Region 1 (Blue) safely applies ongoing DML to the new Region 2 structure (Green).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00100" y="5557986"/>
            <a:ext cx="381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371600" y="5453211"/>
            <a:ext cx="100584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Affinity Flip (Cutover)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Update DynamoDB `ProgramAffinity`. Route API traffic for Program P1 to Region 2. P1 is now running live on the Green environment. Zero new servers provisioned.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00100" y="6796236"/>
            <a:ext cx="409575" cy="61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00175" y="6691461"/>
            <a:ext cx="10029825" cy="166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Validation &amp; Sink/Swim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If the application fails, instantly flip `ProgramAffinity` back to Region 1 (Blue) which hasn't been touched. If successful, repeat the process to upgrade Region 1.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571500" y="919311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IN-PLACE BLUE/GREEN VIA REGIONAL AFFINITY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