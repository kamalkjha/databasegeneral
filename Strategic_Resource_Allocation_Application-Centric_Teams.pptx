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" y="496044"/>
            <a:ext cx="914400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Resource Allocation: Application-Centric Teams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" y="915739"/>
            <a:ext cx="914400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Balanced distribution of specialized talent across modernization streams</a:t>
            </a:r>
            <a:endParaRPr lang="en-US" sz="987" dirty="0"/>
          </a:p>
        </p:txBody>
      </p:sp>
      <p:sp>
        <p:nvSpPr>
          <p:cNvPr id="5" name="Shape 2"/>
          <p:cNvSpPr/>
          <p:nvPr/>
        </p:nvSpPr>
        <p:spPr>
          <a:xfrm>
            <a:off x="2486025" y="1517600"/>
            <a:ext cx="2143125" cy="1607344"/>
          </a:xfrm>
          <a:prstGeom prst="rect">
            <a:avLst/>
          </a:prstGeom>
          <a:solidFill>
            <a:srgbClr val="63B3ED"/>
          </a:solidFill>
          <a:ln/>
        </p:spPr>
      </p:sp>
      <p:sp>
        <p:nvSpPr>
          <p:cNvPr id="6" name="Shape 3"/>
          <p:cNvSpPr/>
          <p:nvPr/>
        </p:nvSpPr>
        <p:spPr>
          <a:xfrm>
            <a:off x="4614863" y="1517600"/>
            <a:ext cx="14288" cy="16073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2486025" y="3110657"/>
            <a:ext cx="2143125" cy="14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3178076" y="2156966"/>
            <a:ext cx="75902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App 4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2972693" y="2348061"/>
            <a:ext cx="116978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Server Migration</a:t>
            </a:r>
            <a:endParaRPr lang="en-US" sz="784" dirty="0"/>
          </a:p>
        </p:txBody>
      </p:sp>
      <p:sp>
        <p:nvSpPr>
          <p:cNvPr id="10" name="Shape 7"/>
          <p:cNvSpPr/>
          <p:nvPr/>
        </p:nvSpPr>
        <p:spPr>
          <a:xfrm>
            <a:off x="4629150" y="1517600"/>
            <a:ext cx="2143125" cy="1607344"/>
          </a:xfrm>
          <a:prstGeom prst="rect">
            <a:avLst/>
          </a:prstGeom>
          <a:solidFill>
            <a:srgbClr val="1A3A5F"/>
          </a:solidFill>
          <a:ln/>
        </p:spPr>
      </p:sp>
      <p:sp>
        <p:nvSpPr>
          <p:cNvPr id="11" name="Shape 8"/>
          <p:cNvSpPr/>
          <p:nvPr/>
        </p:nvSpPr>
        <p:spPr>
          <a:xfrm>
            <a:off x="4629150" y="3110657"/>
            <a:ext cx="2143125" cy="14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5337274" y="2156966"/>
            <a:ext cx="72687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App 1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5116711" y="2348061"/>
            <a:ext cx="116800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Oracle RDS Migration</a:t>
            </a:r>
            <a:endParaRPr lang="en-US" sz="784" dirty="0"/>
          </a:p>
        </p:txBody>
      </p:sp>
      <p:sp>
        <p:nvSpPr>
          <p:cNvPr id="14" name="Shape 11"/>
          <p:cNvSpPr/>
          <p:nvPr/>
        </p:nvSpPr>
        <p:spPr>
          <a:xfrm>
            <a:off x="2486025" y="3124944"/>
            <a:ext cx="2143125" cy="1607344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15" name="Shape 12"/>
          <p:cNvSpPr/>
          <p:nvPr/>
        </p:nvSpPr>
        <p:spPr>
          <a:xfrm>
            <a:off x="4614863" y="3124944"/>
            <a:ext cx="14288" cy="16073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3180755" y="3764310"/>
            <a:ext cx="75366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App 3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2973586" y="3955405"/>
            <a:ext cx="116800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Oracle RDS Migration</a:t>
            </a:r>
            <a:endParaRPr lang="en-US" sz="784" dirty="0"/>
          </a:p>
        </p:txBody>
      </p:sp>
      <p:sp>
        <p:nvSpPr>
          <p:cNvPr id="18" name="Shape 15"/>
          <p:cNvSpPr/>
          <p:nvPr/>
        </p:nvSpPr>
        <p:spPr>
          <a:xfrm>
            <a:off x="4629150" y="3124944"/>
            <a:ext cx="2143125" cy="1607344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9" name="Text 16"/>
          <p:cNvSpPr/>
          <p:nvPr/>
        </p:nvSpPr>
        <p:spPr>
          <a:xfrm>
            <a:off x="5324773" y="3695551"/>
            <a:ext cx="75188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App 2</a:t>
            </a:r>
            <a:endParaRPr lang="en-US" sz="885" dirty="0"/>
          </a:p>
        </p:txBody>
      </p:sp>
      <p:sp>
        <p:nvSpPr>
          <p:cNvPr id="20" name="Text 17"/>
          <p:cNvSpPr/>
          <p:nvPr/>
        </p:nvSpPr>
        <p:spPr>
          <a:xfrm>
            <a:off x="5057775" y="3886646"/>
            <a:ext cx="1285875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Aurora PG Modernization</a:t>
            </a:r>
            <a:endParaRPr lang="en-US" sz="784" dirty="0"/>
          </a:p>
        </p:txBody>
      </p:sp>
      <p:sp>
        <p:nvSpPr>
          <p:cNvPr id="21" name="Text 18"/>
          <p:cNvSpPr/>
          <p:nvPr/>
        </p:nvSpPr>
        <p:spPr>
          <a:xfrm>
            <a:off x="57150" y="4693444"/>
            <a:ext cx="91440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i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Equal resource weighting ensures parallel execution and consistent delivery across all four application modernization paths.</a:t>
            </a:r>
            <a:endParaRPr lang="en-US" sz="72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2026-03-02T02:12:19Z</dcterms:created>
  <dcterms:modified xsi:type="dcterms:W3CDTF">2026-03-02T02:12:19Z</dcterms:modified>
</cp:coreProperties>
</file>